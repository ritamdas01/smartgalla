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SmartGalla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/>
              <a:t>Smart Inventory Management System</a:t>
            </a:r>
          </a:p>
          <a:p/>
          <a:p>
            <a:r>
              <a:rPr sz="1600"/>
              <a:t>Presented By:</a:t>
            </a:r>
          </a:p>
          <a:p>
            <a:r>
              <a:rPr sz="1600"/>
              <a:t>231001112079 Argha Muhury</a:t>
            </a:r>
          </a:p>
          <a:p>
            <a:r>
              <a:rPr sz="1600"/>
              <a:t>231001112076 Ritam Das</a:t>
            </a:r>
          </a:p>
          <a:p>
            <a:r>
              <a:rPr sz="1600"/>
              <a:t>231001112008 Sumit Adhikary</a:t>
            </a:r>
          </a:p>
          <a:p>
            <a:r>
              <a:rPr sz="1600"/>
              <a:t>231001112065 Sushovan Maity</a:t>
            </a:r>
          </a:p>
          <a:p>
            <a:r>
              <a:rPr sz="1600"/>
              <a:t>231001112033 Sayan Das</a:t>
            </a:r>
          </a:p>
          <a:p>
            <a:r>
              <a:rPr sz="1600"/>
              <a:t>231001112122 Subhankar Guha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transition to Digital Inventory</a:t>
            </a:r>
          </a:p>
          <a:p>
            <a:r>
              <a:t>Traditional shop owners rely heavily on manual ledger books.</a:t>
            </a:r>
          </a:p>
          <a:p>
            <a:r>
              <a:t>This manual process is slow, prone to human error, and makes tracking difficult.</a:t>
            </a:r>
          </a:p>
          <a:p>
            <a:r>
              <a:t>Digitizing inventory allows for faster checkout, accuracy, and scaling.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faced by small retail shops:</a:t>
            </a:r>
          </a:p>
          <a:p>
            <a:r>
              <a:t>1. Stockouts: Unaware when popular items run out.</a:t>
            </a:r>
          </a:p>
          <a:p>
            <a:r>
              <a:t>2. Manual Errors: Mistakes in calculating total bill amounts.</a:t>
            </a:r>
          </a:p>
          <a:p>
            <a:r>
              <a:t>3. Time Consuming: Writing receipts manually delays the queue.</a:t>
            </a:r>
          </a:p>
          <a:p>
            <a:r>
              <a:t>4. Lack of Insights: Hard to analyze monthly profits or top-selling items.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SmartGalla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SmartGalla is a fully digital inventory and Point of Sale (POS) system.</a:t>
            </a:r>
          </a:p>
          <a:p>
            <a:r>
              <a:t>Fast and automated billing.</a:t>
            </a:r>
          </a:p>
          <a:p>
            <a:r>
              <a:t>Accessible locally without needing constant internet.</a:t>
            </a:r>
          </a:p>
          <a:p>
            <a:r>
              <a:t>Built specifically for ease of use by small business owners.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goals for this project:</a:t>
            </a:r>
          </a:p>
          <a:p>
            <a:r>
              <a:t>Digitize the billing process using Barcode Scanners.</a:t>
            </a:r>
          </a:p>
          <a:p>
            <a:r>
              <a:t>Prevent stockouts with automated 'Low Stock' alerts.</a:t>
            </a:r>
          </a:p>
          <a:p>
            <a:r>
              <a:t>Provide actionable business analytics via a Dashboard.</a:t>
            </a:r>
          </a:p>
          <a:p>
            <a:r>
              <a:t>Ensure secure access through Role-Based Authentication.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is this built for?</a:t>
            </a:r>
          </a:p>
          <a:p>
            <a:r>
              <a:t>Small to Medium Retail Shops</a:t>
            </a:r>
          </a:p>
          <a:p>
            <a:r>
              <a:t>Mom-and-Pop / Kirana Stores</a:t>
            </a:r>
          </a:p>
          <a:p>
            <a:r>
              <a:t>Local Pharmacies and Hardware Stores</a:t>
            </a:r>
          </a:p>
          <a:p>
            <a:r>
              <a:t>Any business currently using pen-and-paper billing.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100% Free &amp; Open-Source Tools used:</a:t>
            </a:r>
          </a:p>
          <a:p>
            <a:r>
              <a:t>Backend: Python 3 &amp; Flask Framework</a:t>
            </a:r>
          </a:p>
          <a:p>
            <a:r>
              <a:t>Database: SQLite (No external server required)</a:t>
            </a:r>
          </a:p>
          <a:p>
            <a:r>
              <a:t>Frontend: HTML5, CSS3, JavaScript, Bootstrap 5</a:t>
            </a:r>
          </a:p>
          <a:p>
            <a:r>
              <a:t>Barcode Scanning: OpenCV &amp; zxing-cpp</a:t>
            </a:r>
          </a:p>
          <a:p>
            <a:r>
              <a:t>Invoice Generation: ReportLab (PDFs)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Data Flow:</a:t>
            </a:r>
          </a:p>
          <a:p>
            <a:r>
              <a:t>1. Frontend (Browser) requests pages from Flask Server.</a:t>
            </a:r>
          </a:p>
          <a:p>
            <a:r>
              <a:t>2. Flask Blueprints route requests to appropriate modules.</a:t>
            </a:r>
          </a:p>
          <a:p>
            <a:r>
              <a:t>3. SQLAlchemy ORM interacts with the SQLite Database.</a:t>
            </a:r>
          </a:p>
          <a:p>
            <a:r>
              <a:t>4. Hardware Interface: OpenCV captures webcam frames and decodes barcodes locally.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Features: POS &amp; Barcode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of Sale System:</a:t>
            </a:r>
          </a:p>
          <a:p>
            <a:r>
              <a:t>Webcam Integration: Scans barcodes instantly without expensive dedicated hardware.</a:t>
            </a:r>
          </a:p>
          <a:p>
            <a:r>
              <a:t>Cart Management: Adjust quantities, view real-time totals and taxes.</a:t>
            </a:r>
          </a:p>
          <a:p>
            <a:r>
              <a:t>Auto-Deduction: Inventory is updated immediately upon checkout.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Features: Dashboard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Business Insights:</a:t>
            </a:r>
          </a:p>
          <a:p>
            <a:r>
              <a:t>Live Revenue Chart using Chart.js.</a:t>
            </a:r>
          </a:p>
          <a:p>
            <a:r>
              <a:t>At-a-glance metrics: Today's Revenue, Total Products.</a:t>
            </a:r>
          </a:p>
          <a:p>
            <a:r>
              <a:t>Attention Required Panel: Shows items low on stock or completely out of stock.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Features: Security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Data Management:</a:t>
            </a:r>
          </a:p>
          <a:p>
            <a:r>
              <a:t>Role-Based Access Control (Admin vs Employee).</a:t>
            </a:r>
          </a:p>
          <a:p>
            <a:r>
              <a:t>Employees can handle billing, but cannot view overall revenue or delete staff.</a:t>
            </a:r>
          </a:p>
          <a:p>
            <a:r>
              <a:t>Passwords securely hashed using Werkzeug.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B2B Software as a Service (SaaS)</a:t>
            </a:r>
          </a:p>
          <a:p>
            <a:r>
              <a:t>SmartGalla is designed to be a scalable Startup MVP.</a:t>
            </a:r>
          </a:p>
          <a:p>
            <a:r>
              <a:t>We focus on a 'Freemium' strategy to lower the barrier to entry for small shops.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the business generates income:</a:t>
            </a:r>
          </a:p>
          <a:p>
            <a:r>
              <a:t>1. Freemium Tier: Offline software is free to acquire massive user base.</a:t>
            </a:r>
          </a:p>
          <a:p>
            <a:r>
              <a:t>2. Premium Tier (Cloud): Monthly fee (₹499) for cloud syncing and remote mobile access.</a:t>
            </a:r>
          </a:p>
          <a:p>
            <a:r>
              <a:t>3. Setup Fees: One-time fee to install software and configure hardware for non-tech shopkeepers.</a:t>
            </a:r>
          </a:p>
          <a:p>
            <a:r>
              <a:t>4. White-labeling: Selling branded versions to franchise chains.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SmartGalla beats the competition:</a:t>
            </a:r>
          </a:p>
          <a:p>
            <a:r>
              <a:t>No expensive barcode scanner required (uses built-in webcam).</a:t>
            </a:r>
          </a:p>
          <a:p>
            <a:r>
              <a:t>No continuous internet required for the base version.</a:t>
            </a:r>
          </a:p>
          <a:p>
            <a:r>
              <a:t>Extremely lightweight and fast compared to bloated enterprise software.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Roadmap for future updates:</a:t>
            </a:r>
          </a:p>
          <a:p>
            <a:r>
              <a:t>Mobile App Companion for shop owners.</a:t>
            </a:r>
          </a:p>
          <a:p>
            <a:r>
              <a:t>AI Sales Forecasting (predicting what to stock based on trends).</a:t>
            </a:r>
          </a:p>
          <a:p>
            <a:r>
              <a:t>Integration with WhatsApp API for sending digital receipts to customers.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SmartGalla bridges the gap between traditional retail and modern tech.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